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77DEF3-EE27-4BFF-B756-15B1BCF18BE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63BA6-97C0-406F-8C2C-F041C099C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136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63BA6-97C0-406F-8C2C-F041C099C05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447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B4320A-31AA-24D2-EF49-623823B0F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FF29CD-2F2E-AE63-5815-2CAFDD23B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CCADB0-82DC-4103-BEBC-BD420B93F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5898A-B989-4AF2-9ECE-2F35CEFC15D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75D31D-F2E6-B35C-C30D-56190B02D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41924-E867-B32E-D4FD-FDBB6C93F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A23D-A011-4BE5-87F1-1870FFAC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6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DD3A0A-301A-315E-AFFC-9257B0D88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7D8C9F-9A97-DBB9-5E15-B1650408E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E43BD4-95B9-13E0-EC39-6DFEC6845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5898A-B989-4AF2-9ECE-2F35CEFC15D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E3E6C-3F35-5997-EA91-61FAB88D7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7D629C-6A21-761F-2235-C5CD40A1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A23D-A011-4BE5-87F1-1870FFAC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902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21056E-9272-8F98-6707-113C8BE05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9119BD-ED52-D9D3-338A-41CC8E900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6183EC-9005-7DCA-C1DC-FDA9AC55F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5898A-B989-4AF2-9ECE-2F35CEFC15D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67201B-EF39-C9C8-13AA-64BB9853D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97DB70-0228-C4C0-A9D8-734E136C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A23D-A011-4BE5-87F1-1870FFAC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44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CB3F18-8A08-DA51-B186-52EC4AF8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20F279-06A5-A586-5D0C-733A57202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DC8671-0C53-A7C7-D770-901592A03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ED5997-0A44-E716-9455-78F7F9A8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5898A-B989-4AF2-9ECE-2F35CEFC15D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9504A1-62FC-76F5-5440-1F9B512CC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ED9D64-D763-349F-D75C-42C91403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A23D-A011-4BE5-87F1-1870FFAC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026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D9906-0868-0A38-0F50-9E033044B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40A91D-E03B-CC5A-15D7-25049DA3E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8EA142-BC5F-943D-0EB1-8F301AE25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B55E60A-A05E-9500-90A0-85A68720C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FD9B31C-D033-B2F7-AFD3-FB078722A1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E9E4C11-9842-8F93-3C3A-C3A5EAD52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5898A-B989-4AF2-9ECE-2F35CEFC15D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F5B05C3-7442-CCDF-138B-262538339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585CD90-C07D-C007-6B1E-BFB08356F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A23D-A011-4BE5-87F1-1870FFAC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86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B9E473-9CF1-7172-FF13-5AB06595B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326110-894B-8C8F-ECF7-1CB139517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5898A-B989-4AF2-9ECE-2F35CEFC15D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B5917F-4367-417C-0BC8-2C65FE8C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08EE4F-59F1-5776-6CF1-E7E4BF90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A23D-A011-4BE5-87F1-1870FFAC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673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2E748F-3F72-3C20-710D-2009574C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5898A-B989-4AF2-9ECE-2F35CEFC15D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C3D9E7-7677-21A7-0FF7-4B5C25678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DFD670-B023-5B5A-FED5-55A9CB248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A23D-A011-4BE5-87F1-1870FFAC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889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2A9C63-C895-ADEB-50A5-2104F281F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F8FA01-BBCC-F54D-BC52-AB7867C39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AD5A55-7AF0-8919-21BE-DAD760AD6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2606CF-D095-D456-3CC6-5B9BC7072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5898A-B989-4AF2-9ECE-2F35CEFC15D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620D17-55AA-5BF4-1AFB-FA56CE12A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9E9165-BE6D-17CD-2603-C3F66F52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A23D-A011-4BE5-87F1-1870FFAC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282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731BA-612C-FB01-9DC5-9F16009B1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1E1131B-6E30-ADD8-8C12-ADC0F7897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2EF675-C606-0D5E-45D5-180ED5660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4CB7BF-683F-2DC4-0CC7-73AB02363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5898A-B989-4AF2-9ECE-2F35CEFC15D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8752F2-F5B5-D958-623D-678D05C51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A6421B-7A68-D1DE-7879-7ECABD3F4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A23D-A011-4BE5-87F1-1870FFAC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797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E704CB-4D92-1FF5-0A99-9004563F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2EB462-207E-A166-D34E-F787C8095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9A23CA-BD89-6EA6-8D60-473724084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5898A-B989-4AF2-9ECE-2F35CEFC15D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BDF7E3-4EEB-35D1-3689-AFA5A4E5B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6749B0-165F-A6C1-5902-8F1A9EE1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A23D-A011-4BE5-87F1-1870FFAC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581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AFC270-D1F5-0FA3-CC6F-9307F4D6CB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487037-CC18-5323-DDC5-CBCDF7A19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DA226D-C52B-555E-0670-B93D252F9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5898A-B989-4AF2-9ECE-2F35CEFC15D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7D566C-D991-3978-4952-A057EF147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62CCBD-58ED-E966-C391-931CF9CF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A23D-A011-4BE5-87F1-1870FFAC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61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08A6A74-E766-661F-03A7-B45FBE6BB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1DD83E-5F10-81E8-DBA6-4F7FAC251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0934B4-17FF-FE52-0809-D1713D1D2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5898A-B989-4AF2-9ECE-2F35CEFC15D1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5ACE95-9337-21B1-64F2-8525D3DE4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565DAA-8168-69E7-1B1D-8913D66F0F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7A23D-A011-4BE5-87F1-1870FFAC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984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D4F70406-618C-3DCB-4794-31E3BC8BB2B6}"/>
              </a:ext>
            </a:extLst>
          </p:cNvPr>
          <p:cNvGrpSpPr/>
          <p:nvPr/>
        </p:nvGrpSpPr>
        <p:grpSpPr>
          <a:xfrm>
            <a:off x="1" y="-2"/>
            <a:ext cx="7329600" cy="6350850"/>
            <a:chOff x="1" y="-2"/>
            <a:chExt cx="7329600" cy="6350850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E47BEF5B-98CA-DE48-3071-DE11B72B92AF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49486" r="54412" b="-2"/>
            <a:stretch/>
          </p:blipFill>
          <p:spPr>
            <a:xfrm>
              <a:off x="1" y="-2"/>
              <a:ext cx="3664800" cy="2750400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3940BB9-8CB3-97E9-B03B-EB9328898B5E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4801" y="0"/>
              <a:ext cx="3664800" cy="2750400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96653F2C-C203-9D9E-8291-F83D121B59B4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5" r="53562" b="52736"/>
            <a:stretch/>
          </p:blipFill>
          <p:spPr>
            <a:xfrm>
              <a:off x="1" y="3194381"/>
              <a:ext cx="3664800" cy="2750400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3C2C0854-974F-663D-A79C-A428111CBEE3}"/>
                </a:ext>
              </a:extLst>
            </p:cNvPr>
            <p:cNvPicPr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4801" y="3194380"/>
              <a:ext cx="3664800" cy="2750400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D703B20-2F59-0958-7188-404F431C033D}"/>
                </a:ext>
              </a:extLst>
            </p:cNvPr>
            <p:cNvSpPr txBox="1"/>
            <p:nvPr/>
          </p:nvSpPr>
          <p:spPr>
            <a:xfrm>
              <a:off x="4387288" y="2787134"/>
              <a:ext cx="22198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(b)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枝叶重度遮挡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6A3C087-DE62-3046-6052-40A3EE894235}"/>
                </a:ext>
              </a:extLst>
            </p:cNvPr>
            <p:cNvSpPr txBox="1"/>
            <p:nvPr/>
          </p:nvSpPr>
          <p:spPr>
            <a:xfrm>
              <a:off x="4387288" y="5981516"/>
              <a:ext cx="22198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(d)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多目标密集分布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3F8C63C-E02D-9E3A-65BF-F6AB2EAAD468}"/>
                </a:ext>
              </a:extLst>
            </p:cNvPr>
            <p:cNvSpPr txBox="1"/>
            <p:nvPr/>
          </p:nvSpPr>
          <p:spPr>
            <a:xfrm>
              <a:off x="722488" y="2787133"/>
              <a:ext cx="22198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(a)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无遮挡理想视角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67017C5-EBCC-C357-EBDD-D83DD2C5CC29}"/>
                </a:ext>
              </a:extLst>
            </p:cNvPr>
            <p:cNvSpPr txBox="1"/>
            <p:nvPr/>
          </p:nvSpPr>
          <p:spPr>
            <a:xfrm>
              <a:off x="860099" y="5943599"/>
              <a:ext cx="19446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(c)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复杂光影干扰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6819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120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</Words>
  <Application>Microsoft Office PowerPoint</Application>
  <PresentationFormat>宽屏</PresentationFormat>
  <Paragraphs>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界 视</dc:creator>
  <cp:lastModifiedBy>界 视</cp:lastModifiedBy>
  <cp:revision>2</cp:revision>
  <dcterms:created xsi:type="dcterms:W3CDTF">2026-04-20T09:40:00Z</dcterms:created>
  <dcterms:modified xsi:type="dcterms:W3CDTF">2026-04-20T09:54:13Z</dcterms:modified>
</cp:coreProperties>
</file>